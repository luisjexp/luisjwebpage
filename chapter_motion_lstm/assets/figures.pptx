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6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2AA0-208F-2BCE-FBE6-11185C39A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BCCC6-291F-13F7-6267-00CD117A5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60456-AD93-3BD3-F73E-7916DC39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F0C68-79BF-02E9-E03E-8D45AA7F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0DFA-0F82-6C4A-F040-5EEFC407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4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700BC-A433-C988-EBF3-CD6B1794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3AD2-4D0D-1C26-F3E6-6908CA08A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BC16C-C941-8D5C-F94D-F0BED0AD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09048-7911-CA91-39DB-151D5D6F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E0535-581A-505C-E948-EB922E09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8A7F-D4AF-2423-64BE-4919FA05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108AB-B3BB-F90D-13E6-1551751E2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57958-1DFC-8038-82EB-CA87C72B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E866C-1DA7-9D3A-745E-F5369D51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79037-E5D9-8940-535E-426FE452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9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DA583-999C-2E9B-3CA5-5313BD02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03374-05F0-2F58-71D1-E1C5952A7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8F136-7FC3-18E9-DE54-126EEE3EF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C18AA-A908-C8D4-2742-A0BE3AA2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4F1EC-A2D1-01F6-DF77-0E1A5A77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3FD42-A355-4F6D-FB88-16D9F441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6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34D5-73D5-D05B-8FCF-B77DCE69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3CF3E-63D8-9B28-A1FF-3E285AC17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6755B-40F1-83FF-C0E7-C6E193C1B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093AE-9E43-E130-E1A3-282F2F656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913D6-6DA8-E1B7-8AED-5A5E5D123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7F5B8B-6E2D-1664-5522-FC8621DE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5A86F-1E8B-6B38-28C9-7276A7AD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FD6E0-8410-063E-0891-5432A7E5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3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FFEB-1CF2-5DAD-428B-87B344DC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6839C-BB81-3CCE-A1A9-F28E36D1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54BA8-ECB8-AC70-E48C-8D00BF032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98E39-BC2E-4827-3FDF-4977615B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6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7D929-D92C-5808-E79B-17D342EB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27CEF-E0C3-5C79-CB26-29045FC1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63DBB-CD60-1E39-5749-1E1517AD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2DFD-C5BD-BB99-D0E5-6F702B46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C2DFD-0DEA-0C7E-948B-D9686384E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65ED8-824D-27F1-8287-ABE7C5F3E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B2A92-397C-05C8-25D5-D169A49F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E5742-9449-36D1-C07E-0D76ABD9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A0E58-3E5F-B71B-4F46-F7E31D06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6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A0AE-53C0-0BC3-E5CB-5CF29F8A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B4E325-A37F-BFB7-0657-D0E09E3E77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99915-9E3E-6F5D-984D-482520FE1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D2E15-9DB5-7BE1-EBDB-BF5F73CF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8CE2A-7504-8F7C-6C1E-5C60A17F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1F434-A2F4-D804-587D-E4067349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77C4-D4C4-EC46-1425-AFD8511D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B8391-400C-040A-C514-97D3CB9E2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6E0FE-DE30-DB0B-8A86-C3A235141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3D214-D3A0-DE2E-2988-A0BEABE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163E5-D3E1-8613-450C-3A823640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31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77897-8DE9-E42E-F107-C30899D99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E0745-2C61-A7A5-CAD2-8F3DCDEC6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CD558-C164-B17E-BD02-8EF08E044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1C957-8408-C581-541D-7698BA9F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DE119-5043-4CB0-A798-868BF524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4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09906-745F-17AD-FFB2-65B892F1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EFFAA-AAEA-F41F-101C-5F95A46B9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78507-F399-6576-525B-844C9082D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09FC0-F057-4BFA-A123-A0DA2443698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05D4B-E012-72F5-9AC5-396156CD7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C8AA-67AF-4937-E93C-A0630CDF2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3CB08-4433-49A2-8A71-9176851BC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6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A058C4D-EBDE-BFFF-F071-94BBFAF6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0" y="1040703"/>
            <a:ext cx="3736341" cy="3770754"/>
          </a:xfrm>
          <a:prstGeom prst="rect">
            <a:avLst/>
          </a:prstGeom>
        </p:spPr>
      </p:pic>
      <p:grpSp>
        <p:nvGrpSpPr>
          <p:cNvPr id="4144" name="Group 4143">
            <a:extLst>
              <a:ext uri="{FF2B5EF4-FFF2-40B4-BE49-F238E27FC236}">
                <a16:creationId xmlns:a16="http://schemas.microsoft.com/office/drawing/2014/main" id="{0231592B-7D85-CCFB-FA84-A51B7C3B6E75}"/>
              </a:ext>
            </a:extLst>
          </p:cNvPr>
          <p:cNvGrpSpPr/>
          <p:nvPr/>
        </p:nvGrpSpPr>
        <p:grpSpPr>
          <a:xfrm>
            <a:off x="740274" y="1410953"/>
            <a:ext cx="4253614" cy="1581324"/>
            <a:chOff x="740274" y="1410953"/>
            <a:chExt cx="4253614" cy="158132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26BFB6-3B7F-8602-EEDF-1BAB1D3A642F}"/>
                </a:ext>
              </a:extLst>
            </p:cNvPr>
            <p:cNvSpPr/>
            <p:nvPr/>
          </p:nvSpPr>
          <p:spPr>
            <a:xfrm>
              <a:off x="1030232" y="1872618"/>
              <a:ext cx="632183" cy="105346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03424C-7424-FED2-F15C-9860194D884E}"/>
                </a:ext>
              </a:extLst>
            </p:cNvPr>
            <p:cNvSpPr txBox="1"/>
            <p:nvPr/>
          </p:nvSpPr>
          <p:spPr>
            <a:xfrm>
              <a:off x="740274" y="1410953"/>
              <a:ext cx="119393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Sequence of video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E73A41-9ACD-3EC4-00E2-03A6A1E9B41C}"/>
                </a:ext>
              </a:extLst>
            </p:cNvPr>
            <p:cNvSpPr txBox="1"/>
            <p:nvPr/>
          </p:nvSpPr>
          <p:spPr>
            <a:xfrm>
              <a:off x="1709143" y="1410953"/>
              <a:ext cx="9012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LSTM Layer-1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FEB6C65-1343-70D6-379D-7A4D68630FF5}"/>
                </a:ext>
              </a:extLst>
            </p:cNvPr>
            <p:cNvSpPr txBox="1"/>
            <p:nvPr/>
          </p:nvSpPr>
          <p:spPr>
            <a:xfrm>
              <a:off x="2396476" y="1410953"/>
              <a:ext cx="9012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LSTM Layer-2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61B0AB-9D5F-08F1-B4D1-B08D5F6CAFA5}"/>
                </a:ext>
              </a:extLst>
            </p:cNvPr>
            <p:cNvSpPr txBox="1"/>
            <p:nvPr/>
          </p:nvSpPr>
          <p:spPr>
            <a:xfrm>
              <a:off x="2962540" y="2530612"/>
              <a:ext cx="10441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Fully Connected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8B02AB-4B4D-F357-FAB8-4DC1135437F0}"/>
                </a:ext>
              </a:extLst>
            </p:cNvPr>
            <p:cNvSpPr txBox="1"/>
            <p:nvPr/>
          </p:nvSpPr>
          <p:spPr>
            <a:xfrm>
              <a:off x="3901553" y="2076180"/>
              <a:ext cx="10923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Predicted Engagement Score (1-5)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A171745-64A2-A041-AFA4-3394687448E6}"/>
                </a:ext>
              </a:extLst>
            </p:cNvPr>
            <p:cNvCxnSpPr/>
            <p:nvPr/>
          </p:nvCxnSpPr>
          <p:spPr>
            <a:xfrm>
              <a:off x="3721991" y="2464413"/>
              <a:ext cx="365143" cy="0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C9AA952-805B-F45D-2AFC-51AC1ED178E6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3659981" y="2399346"/>
              <a:ext cx="241572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A2E805F-A8C3-6921-741B-43ACB0C3CCC9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1662415" y="2399349"/>
              <a:ext cx="322088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F654E17-F8FB-DB41-0A29-77BA535F44B0}"/>
                </a:ext>
              </a:extLst>
            </p:cNvPr>
            <p:cNvCxnSpPr>
              <a:cxnSpLocks/>
              <a:stCxn id="4" idx="3"/>
              <a:endCxn id="8" idx="1"/>
            </p:cNvCxnSpPr>
            <p:nvPr/>
          </p:nvCxnSpPr>
          <p:spPr>
            <a:xfrm>
              <a:off x="2339340" y="2399349"/>
              <a:ext cx="33249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5FF5B2-D779-521E-2C9A-B1DEA318A8F4}"/>
                </a:ext>
              </a:extLst>
            </p:cNvPr>
            <p:cNvSpPr/>
            <p:nvPr/>
          </p:nvSpPr>
          <p:spPr>
            <a:xfrm>
              <a:off x="1984503" y="1872618"/>
              <a:ext cx="354837" cy="1053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4100" name="Group 4099">
              <a:extLst>
                <a:ext uri="{FF2B5EF4-FFF2-40B4-BE49-F238E27FC236}">
                  <a16:creationId xmlns:a16="http://schemas.microsoft.com/office/drawing/2014/main" id="{5C588BF1-BB10-AC16-6799-A7F4012906D3}"/>
                </a:ext>
              </a:extLst>
            </p:cNvPr>
            <p:cNvGrpSpPr/>
            <p:nvPr/>
          </p:nvGrpSpPr>
          <p:grpSpPr>
            <a:xfrm>
              <a:off x="1945343" y="1902551"/>
              <a:ext cx="433945" cy="1009575"/>
              <a:chOff x="1945343" y="1902551"/>
              <a:chExt cx="433945" cy="1009575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0CFC616-9A07-EC56-E399-1CB6BD2A07F5}"/>
                  </a:ext>
                </a:extLst>
              </p:cNvPr>
              <p:cNvGrpSpPr/>
              <p:nvPr/>
            </p:nvGrpSpPr>
            <p:grpSpPr>
              <a:xfrm>
                <a:off x="2136903" y="2469653"/>
                <a:ext cx="45719" cy="167637"/>
                <a:chOff x="2327910" y="3531869"/>
                <a:chExt cx="45719" cy="167637"/>
              </a:xfrm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7E5FFAF5-A0A8-92DF-3C01-FB9D7DE90393}"/>
                    </a:ext>
                  </a:extLst>
                </p:cNvPr>
                <p:cNvSpPr/>
                <p:nvPr/>
              </p:nvSpPr>
              <p:spPr>
                <a:xfrm>
                  <a:off x="2327910" y="353186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4AB545ED-3C0A-232E-33BB-FB1EE26F6E5E}"/>
                    </a:ext>
                  </a:extLst>
                </p:cNvPr>
                <p:cNvSpPr/>
                <p:nvPr/>
              </p:nvSpPr>
              <p:spPr>
                <a:xfrm>
                  <a:off x="2327910" y="3592828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884E95B7-B809-9982-88DB-4ACE015F5552}"/>
                    </a:ext>
                  </a:extLst>
                </p:cNvPr>
                <p:cNvSpPr/>
                <p:nvPr/>
              </p:nvSpPr>
              <p:spPr>
                <a:xfrm>
                  <a:off x="2327910" y="3653787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92406497-875C-BA88-680D-2A1573358719}"/>
                  </a:ext>
                </a:extLst>
              </p:cNvPr>
              <p:cNvGrpSpPr/>
              <p:nvPr/>
            </p:nvGrpSpPr>
            <p:grpSpPr>
              <a:xfrm>
                <a:off x="2056438" y="1902551"/>
                <a:ext cx="208418" cy="261610"/>
                <a:chOff x="2056438" y="1902551"/>
                <a:chExt cx="208418" cy="26161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327CBCB5-14A5-F431-1870-613C16835081}"/>
                    </a:ext>
                  </a:extLst>
                </p:cNvPr>
                <p:cNvSpPr/>
                <p:nvPr/>
              </p:nvSpPr>
              <p:spPr>
                <a:xfrm>
                  <a:off x="2056438" y="1927565"/>
                  <a:ext cx="208418" cy="20841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6EF777B2-58E4-D2CC-346B-D130F87F5EAE}"/>
                    </a:ext>
                  </a:extLst>
                </p:cNvPr>
                <p:cNvSpPr txBox="1"/>
                <p:nvPr/>
              </p:nvSpPr>
              <p:spPr>
                <a:xfrm>
                  <a:off x="2087435" y="1902551"/>
                  <a:ext cx="15713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10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8799ADA9-48F0-33CF-02CC-2FA7B1BD2EB6}"/>
                  </a:ext>
                </a:extLst>
              </p:cNvPr>
              <p:cNvGrpSpPr/>
              <p:nvPr/>
            </p:nvGrpSpPr>
            <p:grpSpPr>
              <a:xfrm>
                <a:off x="2056438" y="2182165"/>
                <a:ext cx="208418" cy="261610"/>
                <a:chOff x="2056438" y="2182165"/>
                <a:chExt cx="208418" cy="261610"/>
              </a:xfrm>
            </p:grpSpPr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CCD7FDD3-CAEB-2218-CC13-7EB7FF2FD1B0}"/>
                    </a:ext>
                  </a:extLst>
                </p:cNvPr>
                <p:cNvSpPr/>
                <p:nvPr/>
              </p:nvSpPr>
              <p:spPr>
                <a:xfrm>
                  <a:off x="2056438" y="2205038"/>
                  <a:ext cx="208418" cy="20841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2C0C66A5-C0AB-14A2-590A-69C98698803F}"/>
                    </a:ext>
                  </a:extLst>
                </p:cNvPr>
                <p:cNvSpPr txBox="1"/>
                <p:nvPr/>
              </p:nvSpPr>
              <p:spPr>
                <a:xfrm>
                  <a:off x="2087435" y="2182165"/>
                  <a:ext cx="15713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100"/>
                    <a:t>2</a:t>
                  </a:r>
                  <a:endParaRPr lang="en-US" sz="11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096" name="Group 4095">
                <a:extLst>
                  <a:ext uri="{FF2B5EF4-FFF2-40B4-BE49-F238E27FC236}">
                    <a16:creationId xmlns:a16="http://schemas.microsoft.com/office/drawing/2014/main" id="{BDF9F9CF-247D-76A1-5955-88DCCEF5C1CF}"/>
                  </a:ext>
                </a:extLst>
              </p:cNvPr>
              <p:cNvGrpSpPr/>
              <p:nvPr/>
            </p:nvGrpSpPr>
            <p:grpSpPr>
              <a:xfrm>
                <a:off x="1945343" y="2650516"/>
                <a:ext cx="433945" cy="261610"/>
                <a:chOff x="1945343" y="2650516"/>
                <a:chExt cx="433945" cy="261610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A1E467D0-0FA6-159F-E360-B23551D6260B}"/>
                    </a:ext>
                  </a:extLst>
                </p:cNvPr>
                <p:cNvSpPr/>
                <p:nvPr/>
              </p:nvSpPr>
              <p:spPr>
                <a:xfrm>
                  <a:off x="2056438" y="2677476"/>
                  <a:ext cx="208418" cy="20841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71DE7054-F46B-3E53-92CA-BFAB312B880B}"/>
                    </a:ext>
                  </a:extLst>
                </p:cNvPr>
                <p:cNvSpPr txBox="1"/>
                <p:nvPr/>
              </p:nvSpPr>
              <p:spPr>
                <a:xfrm>
                  <a:off x="1945343" y="2650516"/>
                  <a:ext cx="43394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100"/>
                    <a:t>64</a:t>
                  </a:r>
                  <a:endParaRPr lang="en-US" sz="110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4115" name="Group 4114">
              <a:extLst>
                <a:ext uri="{FF2B5EF4-FFF2-40B4-BE49-F238E27FC236}">
                  <a16:creationId xmlns:a16="http://schemas.microsoft.com/office/drawing/2014/main" id="{01C2C555-98F1-9C63-C1BE-8D18AFAE2575}"/>
                </a:ext>
              </a:extLst>
            </p:cNvPr>
            <p:cNvGrpSpPr/>
            <p:nvPr/>
          </p:nvGrpSpPr>
          <p:grpSpPr>
            <a:xfrm>
              <a:off x="2643027" y="1872618"/>
              <a:ext cx="433945" cy="1053462"/>
              <a:chOff x="2643027" y="1872618"/>
              <a:chExt cx="433945" cy="105346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2529A56-DBD3-FA1F-4007-709F5C9181F8}"/>
                  </a:ext>
                </a:extLst>
              </p:cNvPr>
              <p:cNvSpPr/>
              <p:nvPr/>
            </p:nvSpPr>
            <p:spPr>
              <a:xfrm>
                <a:off x="2671836" y="1872618"/>
                <a:ext cx="354837" cy="105346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101" name="Group 4100">
                <a:extLst>
                  <a:ext uri="{FF2B5EF4-FFF2-40B4-BE49-F238E27FC236}">
                    <a16:creationId xmlns:a16="http://schemas.microsoft.com/office/drawing/2014/main" id="{DF155D0A-2C21-E1DE-2AC4-381FEC8791A3}"/>
                  </a:ext>
                </a:extLst>
              </p:cNvPr>
              <p:cNvGrpSpPr/>
              <p:nvPr/>
            </p:nvGrpSpPr>
            <p:grpSpPr>
              <a:xfrm>
                <a:off x="2643027" y="1909218"/>
                <a:ext cx="433945" cy="1009575"/>
                <a:chOff x="1945343" y="1902551"/>
                <a:chExt cx="433945" cy="1009575"/>
              </a:xfrm>
            </p:grpSpPr>
            <p:grpSp>
              <p:nvGrpSpPr>
                <p:cNvPr id="4102" name="Group 4101">
                  <a:extLst>
                    <a:ext uri="{FF2B5EF4-FFF2-40B4-BE49-F238E27FC236}">
                      <a16:creationId xmlns:a16="http://schemas.microsoft.com/office/drawing/2014/main" id="{14E73394-2D13-3C03-F7CB-519F73B12934}"/>
                    </a:ext>
                  </a:extLst>
                </p:cNvPr>
                <p:cNvGrpSpPr/>
                <p:nvPr/>
              </p:nvGrpSpPr>
              <p:grpSpPr>
                <a:xfrm>
                  <a:off x="2136903" y="2469653"/>
                  <a:ext cx="45719" cy="167637"/>
                  <a:chOff x="2327910" y="3531869"/>
                  <a:chExt cx="45719" cy="167637"/>
                </a:xfrm>
              </p:grpSpPr>
              <p:sp>
                <p:nvSpPr>
                  <p:cNvPr id="4112" name="Oval 4111">
                    <a:extLst>
                      <a:ext uri="{FF2B5EF4-FFF2-40B4-BE49-F238E27FC236}">
                        <a16:creationId xmlns:a16="http://schemas.microsoft.com/office/drawing/2014/main" id="{AEAB69FC-B9E5-6966-1D8B-C7890FD3332F}"/>
                      </a:ext>
                    </a:extLst>
                  </p:cNvPr>
                  <p:cNvSpPr/>
                  <p:nvPr/>
                </p:nvSpPr>
                <p:spPr>
                  <a:xfrm>
                    <a:off x="2327910" y="3531869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13" name="Oval 4112">
                    <a:extLst>
                      <a:ext uri="{FF2B5EF4-FFF2-40B4-BE49-F238E27FC236}">
                        <a16:creationId xmlns:a16="http://schemas.microsoft.com/office/drawing/2014/main" id="{2FE91180-151D-AA63-841A-41DB5F79C405}"/>
                      </a:ext>
                    </a:extLst>
                  </p:cNvPr>
                  <p:cNvSpPr/>
                  <p:nvPr/>
                </p:nvSpPr>
                <p:spPr>
                  <a:xfrm>
                    <a:off x="2327910" y="3592828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14" name="Oval 4113">
                    <a:extLst>
                      <a:ext uri="{FF2B5EF4-FFF2-40B4-BE49-F238E27FC236}">
                        <a16:creationId xmlns:a16="http://schemas.microsoft.com/office/drawing/2014/main" id="{1D0A5405-A7E0-2DC9-818A-F015929A5360}"/>
                      </a:ext>
                    </a:extLst>
                  </p:cNvPr>
                  <p:cNvSpPr/>
                  <p:nvPr/>
                </p:nvSpPr>
                <p:spPr>
                  <a:xfrm>
                    <a:off x="2327910" y="3653787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103" name="Group 4102">
                  <a:extLst>
                    <a:ext uri="{FF2B5EF4-FFF2-40B4-BE49-F238E27FC236}">
                      <a16:creationId xmlns:a16="http://schemas.microsoft.com/office/drawing/2014/main" id="{D33ED2EF-85EE-A776-0642-67307F22EAB5}"/>
                    </a:ext>
                  </a:extLst>
                </p:cNvPr>
                <p:cNvGrpSpPr/>
                <p:nvPr/>
              </p:nvGrpSpPr>
              <p:grpSpPr>
                <a:xfrm>
                  <a:off x="2056438" y="1902551"/>
                  <a:ext cx="208418" cy="261610"/>
                  <a:chOff x="2056438" y="1902551"/>
                  <a:chExt cx="208418" cy="261610"/>
                </a:xfrm>
              </p:grpSpPr>
              <p:sp>
                <p:nvSpPr>
                  <p:cNvPr id="4110" name="Oval 4109">
                    <a:extLst>
                      <a:ext uri="{FF2B5EF4-FFF2-40B4-BE49-F238E27FC236}">
                        <a16:creationId xmlns:a16="http://schemas.microsoft.com/office/drawing/2014/main" id="{84D30198-3DA4-0321-CD95-E2D47C130EA0}"/>
                      </a:ext>
                    </a:extLst>
                  </p:cNvPr>
                  <p:cNvSpPr/>
                  <p:nvPr/>
                </p:nvSpPr>
                <p:spPr>
                  <a:xfrm>
                    <a:off x="2056438" y="1927565"/>
                    <a:ext cx="208418" cy="208418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11" name="TextBox 4110">
                    <a:extLst>
                      <a:ext uri="{FF2B5EF4-FFF2-40B4-BE49-F238E27FC236}">
                        <a16:creationId xmlns:a16="http://schemas.microsoft.com/office/drawing/2014/main" id="{B7FC3088-4175-487C-55F6-D5D99F6BA6C1}"/>
                      </a:ext>
                    </a:extLst>
                  </p:cNvPr>
                  <p:cNvSpPr txBox="1"/>
                  <p:nvPr/>
                </p:nvSpPr>
                <p:spPr>
                  <a:xfrm>
                    <a:off x="2087435" y="1902551"/>
                    <a:ext cx="157131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10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p:grpSp>
            <p:grpSp>
              <p:nvGrpSpPr>
                <p:cNvPr id="4104" name="Group 4103">
                  <a:extLst>
                    <a:ext uri="{FF2B5EF4-FFF2-40B4-BE49-F238E27FC236}">
                      <a16:creationId xmlns:a16="http://schemas.microsoft.com/office/drawing/2014/main" id="{6B7B61EB-C72F-2DB6-FB0A-DBF22880ACD3}"/>
                    </a:ext>
                  </a:extLst>
                </p:cNvPr>
                <p:cNvGrpSpPr/>
                <p:nvPr/>
              </p:nvGrpSpPr>
              <p:grpSpPr>
                <a:xfrm>
                  <a:off x="2056438" y="2182165"/>
                  <a:ext cx="208418" cy="261610"/>
                  <a:chOff x="2056438" y="2182165"/>
                  <a:chExt cx="208418" cy="261610"/>
                </a:xfrm>
              </p:grpSpPr>
              <p:sp>
                <p:nvSpPr>
                  <p:cNvPr id="4108" name="Oval 4107">
                    <a:extLst>
                      <a:ext uri="{FF2B5EF4-FFF2-40B4-BE49-F238E27FC236}">
                        <a16:creationId xmlns:a16="http://schemas.microsoft.com/office/drawing/2014/main" id="{178DEFE3-13A7-5B3B-6D5F-10BAA9BC037F}"/>
                      </a:ext>
                    </a:extLst>
                  </p:cNvPr>
                  <p:cNvSpPr/>
                  <p:nvPr/>
                </p:nvSpPr>
                <p:spPr>
                  <a:xfrm>
                    <a:off x="2056438" y="2205038"/>
                    <a:ext cx="208418" cy="208418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4109" name="TextBox 4108">
                    <a:extLst>
                      <a:ext uri="{FF2B5EF4-FFF2-40B4-BE49-F238E27FC236}">
                        <a16:creationId xmlns:a16="http://schemas.microsoft.com/office/drawing/2014/main" id="{84743EB6-9D07-9495-189F-3E2DC7B0A31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7435" y="2182165"/>
                    <a:ext cx="157131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100"/>
                      <a:t>2</a:t>
                    </a:r>
                    <a:endParaRPr lang="en-US" sz="11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105" name="Group 4104">
                  <a:extLst>
                    <a:ext uri="{FF2B5EF4-FFF2-40B4-BE49-F238E27FC236}">
                      <a16:creationId xmlns:a16="http://schemas.microsoft.com/office/drawing/2014/main" id="{148B8B68-F007-B1C2-E4A6-642BB0AED910}"/>
                    </a:ext>
                  </a:extLst>
                </p:cNvPr>
                <p:cNvGrpSpPr/>
                <p:nvPr/>
              </p:nvGrpSpPr>
              <p:grpSpPr>
                <a:xfrm>
                  <a:off x="1945343" y="2650516"/>
                  <a:ext cx="433945" cy="261610"/>
                  <a:chOff x="1945343" y="2650516"/>
                  <a:chExt cx="433945" cy="261610"/>
                </a:xfrm>
              </p:grpSpPr>
              <p:sp>
                <p:nvSpPr>
                  <p:cNvPr id="4106" name="Oval 4105">
                    <a:extLst>
                      <a:ext uri="{FF2B5EF4-FFF2-40B4-BE49-F238E27FC236}">
                        <a16:creationId xmlns:a16="http://schemas.microsoft.com/office/drawing/2014/main" id="{45443527-3679-7B5C-54FD-238F08378233}"/>
                      </a:ext>
                    </a:extLst>
                  </p:cNvPr>
                  <p:cNvSpPr/>
                  <p:nvPr/>
                </p:nvSpPr>
                <p:spPr>
                  <a:xfrm>
                    <a:off x="2056438" y="2677476"/>
                    <a:ext cx="208418" cy="208418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07" name="TextBox 4106">
                    <a:extLst>
                      <a:ext uri="{FF2B5EF4-FFF2-40B4-BE49-F238E27FC236}">
                        <a16:creationId xmlns:a16="http://schemas.microsoft.com/office/drawing/2014/main" id="{6932D5E4-BFDD-50FE-E4FB-E1205ED70D1C}"/>
                      </a:ext>
                    </a:extLst>
                  </p:cNvPr>
                  <p:cNvSpPr txBox="1"/>
                  <p:nvPr/>
                </p:nvSpPr>
                <p:spPr>
                  <a:xfrm>
                    <a:off x="1945343" y="2650516"/>
                    <a:ext cx="433945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100"/>
                      <a:t>64</a:t>
                    </a:r>
                    <a:endParaRPr lang="en-US" sz="110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4132" name="Group 4131">
              <a:extLst>
                <a:ext uri="{FF2B5EF4-FFF2-40B4-BE49-F238E27FC236}">
                  <a16:creationId xmlns:a16="http://schemas.microsoft.com/office/drawing/2014/main" id="{FDB143AB-485A-B213-5044-7B587DAD8016}"/>
                </a:ext>
              </a:extLst>
            </p:cNvPr>
            <p:cNvGrpSpPr/>
            <p:nvPr/>
          </p:nvGrpSpPr>
          <p:grpSpPr>
            <a:xfrm>
              <a:off x="3026673" y="2164161"/>
              <a:ext cx="311114" cy="479796"/>
              <a:chOff x="3026673" y="2164161"/>
              <a:chExt cx="311114" cy="479796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EA264DB-495E-F55E-1D1C-6C8D9F3BD54F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V="1">
                <a:off x="3026673" y="2399346"/>
                <a:ext cx="280592" cy="3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9" name="Straight Arrow Connector 4118">
                <a:extLst>
                  <a:ext uri="{FF2B5EF4-FFF2-40B4-BE49-F238E27FC236}">
                    <a16:creationId xmlns:a16="http://schemas.microsoft.com/office/drawing/2014/main" id="{3527CEA5-874E-5668-0ECF-9C3B2274DB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0481" y="2473033"/>
                <a:ext cx="207306" cy="170924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2" name="Straight Arrow Connector 4121">
                <a:extLst>
                  <a:ext uri="{FF2B5EF4-FFF2-40B4-BE49-F238E27FC236}">
                    <a16:creationId xmlns:a16="http://schemas.microsoft.com/office/drawing/2014/main" id="{D2822361-0909-A1C0-52AC-0D7EE880B6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0084" y="2164161"/>
                <a:ext cx="207703" cy="161498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34" name="Oval 4133">
              <a:extLst>
                <a:ext uri="{FF2B5EF4-FFF2-40B4-BE49-F238E27FC236}">
                  <a16:creationId xmlns:a16="http://schemas.microsoft.com/office/drawing/2014/main" id="{456B79FE-3B1B-8A5E-19CE-38DF24EDE28A}"/>
                </a:ext>
              </a:extLst>
            </p:cNvPr>
            <p:cNvSpPr/>
            <p:nvPr/>
          </p:nvSpPr>
          <p:spPr>
            <a:xfrm>
              <a:off x="3364422" y="2295137"/>
              <a:ext cx="208418" cy="208418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678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3BD5-4E47-0FD0-0DE9-E917E773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6C5C52-D7A0-F040-72D3-D5A21BCED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210" y="1053922"/>
            <a:ext cx="4436959" cy="237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F9B4DF-ECF6-FA1A-FB81-69F11541E6F7}"/>
              </a:ext>
            </a:extLst>
          </p:cNvPr>
          <p:cNvSpPr/>
          <p:nvPr/>
        </p:nvSpPr>
        <p:spPr>
          <a:xfrm>
            <a:off x="1974406" y="4448178"/>
            <a:ext cx="749238" cy="7157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LSTM Cell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B5C4CA-DD02-BFAE-E573-CEFB14BB6850}"/>
              </a:ext>
            </a:extLst>
          </p:cNvPr>
          <p:cNvCxnSpPr>
            <a:cxnSpLocks/>
          </p:cNvCxnSpPr>
          <p:nvPr/>
        </p:nvCxnSpPr>
        <p:spPr>
          <a:xfrm>
            <a:off x="2735899" y="5097198"/>
            <a:ext cx="2890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4C3454-CA5A-5D1B-9471-11FF1A4AC89C}"/>
                  </a:ext>
                </a:extLst>
              </p:cNvPr>
              <p:cNvSpPr txBox="1"/>
              <p:nvPr/>
            </p:nvSpPr>
            <p:spPr>
              <a:xfrm>
                <a:off x="2814678" y="5163889"/>
                <a:ext cx="189152" cy="184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4C3454-CA5A-5D1B-9471-11FF1A4AC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678" y="5163889"/>
                <a:ext cx="189152" cy="184664"/>
              </a:xfrm>
              <a:prstGeom prst="rect">
                <a:avLst/>
              </a:prstGeom>
              <a:blipFill>
                <a:blip r:embed="rId2"/>
                <a:stretch>
                  <a:fillRect l="-22581" r="-645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413405-46A9-5C81-468A-3CBCF55F167E}"/>
              </a:ext>
            </a:extLst>
          </p:cNvPr>
          <p:cNvCxnSpPr>
            <a:cxnSpLocks/>
          </p:cNvCxnSpPr>
          <p:nvPr/>
        </p:nvCxnSpPr>
        <p:spPr>
          <a:xfrm>
            <a:off x="2726795" y="4567506"/>
            <a:ext cx="29734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E4A3B2-0A06-AAE3-B005-8670CCE3EEBA}"/>
                  </a:ext>
                </a:extLst>
              </p:cNvPr>
              <p:cNvSpPr txBox="1"/>
              <p:nvPr/>
            </p:nvSpPr>
            <p:spPr>
              <a:xfrm>
                <a:off x="2794681" y="4329380"/>
                <a:ext cx="17094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E4A3B2-0A06-AAE3-B005-8670CCE3E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681" y="4329380"/>
                <a:ext cx="170944" cy="184666"/>
              </a:xfrm>
              <a:prstGeom prst="rect">
                <a:avLst/>
              </a:prstGeom>
              <a:blipFill>
                <a:blip r:embed="rId3"/>
                <a:stretch>
                  <a:fillRect l="-10714" r="-714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2846654-949A-B842-AE3F-EBCF7DF96157}"/>
              </a:ext>
            </a:extLst>
          </p:cNvPr>
          <p:cNvGrpSpPr/>
          <p:nvPr/>
        </p:nvGrpSpPr>
        <p:grpSpPr>
          <a:xfrm>
            <a:off x="2259585" y="5163889"/>
            <a:ext cx="180882" cy="451365"/>
            <a:chOff x="2337198" y="5229226"/>
            <a:chExt cx="180882" cy="45136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3D0F1D-279E-15AB-A415-6282A7E96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5477" y="5229226"/>
              <a:ext cx="0" cy="26669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2B88215-E044-AF50-F7FA-5DBBC8E33A9B}"/>
                    </a:ext>
                  </a:extLst>
                </p:cNvPr>
                <p:cNvSpPr txBox="1"/>
                <p:nvPr/>
              </p:nvSpPr>
              <p:spPr>
                <a:xfrm>
                  <a:off x="2337198" y="5495925"/>
                  <a:ext cx="18088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2B88215-E044-AF50-F7FA-5DBBC8E33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198" y="5495925"/>
                  <a:ext cx="180882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3793" r="-6897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0AF50C-7777-BA29-CA91-F0496A408A8C}"/>
              </a:ext>
            </a:extLst>
          </p:cNvPr>
          <p:cNvCxnSpPr>
            <a:cxnSpLocks/>
          </p:cNvCxnSpPr>
          <p:nvPr/>
        </p:nvCxnSpPr>
        <p:spPr>
          <a:xfrm>
            <a:off x="1688643" y="5097992"/>
            <a:ext cx="28064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9BAFB6-478A-5707-9F15-13FF2B5E4D0E}"/>
                  </a:ext>
                </a:extLst>
              </p:cNvPr>
              <p:cNvSpPr txBox="1"/>
              <p:nvPr/>
            </p:nvSpPr>
            <p:spPr>
              <a:xfrm>
                <a:off x="1349525" y="4979223"/>
                <a:ext cx="32361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9BAFB6-478A-5707-9F15-13FF2B5E4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525" y="4979223"/>
                <a:ext cx="323615" cy="184666"/>
              </a:xfrm>
              <a:prstGeom prst="rect">
                <a:avLst/>
              </a:prstGeom>
              <a:blipFill>
                <a:blip r:embed="rId5"/>
                <a:stretch>
                  <a:fillRect l="-11321" r="-188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C20B919-1C3D-3152-287C-500530708D78}"/>
              </a:ext>
            </a:extLst>
          </p:cNvPr>
          <p:cNvSpPr txBox="1"/>
          <p:nvPr/>
        </p:nvSpPr>
        <p:spPr>
          <a:xfrm>
            <a:off x="1036177" y="5210053"/>
            <a:ext cx="11228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solidFill>
                  <a:schemeClr val="accent3">
                    <a:lumMod val="75000"/>
                  </a:schemeClr>
                </a:solidFill>
              </a:rPr>
              <a:t>Hidden state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A5A3798-F387-9C80-454E-5790B06957A6}"/>
              </a:ext>
            </a:extLst>
          </p:cNvPr>
          <p:cNvCxnSpPr>
            <a:cxnSpLocks/>
          </p:cNvCxnSpPr>
          <p:nvPr/>
        </p:nvCxnSpPr>
        <p:spPr>
          <a:xfrm>
            <a:off x="1688643" y="4567506"/>
            <a:ext cx="280647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79C447-1914-F0F4-2432-A79E8B2BE0CF}"/>
                  </a:ext>
                </a:extLst>
              </p:cNvPr>
              <p:cNvSpPr txBox="1"/>
              <p:nvPr/>
            </p:nvSpPr>
            <p:spPr>
              <a:xfrm>
                <a:off x="1344732" y="4405408"/>
                <a:ext cx="30540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20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79C447-1914-F0F4-2432-A79E8B2BE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732" y="4405408"/>
                <a:ext cx="305405" cy="184666"/>
              </a:xfrm>
              <a:prstGeom prst="rect">
                <a:avLst/>
              </a:prstGeom>
              <a:blipFill>
                <a:blip r:embed="rId6"/>
                <a:stretch>
                  <a:fillRect l="-8000" r="-20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B4CD10D-0BB2-AD70-D862-09D85414BA52}"/>
              </a:ext>
            </a:extLst>
          </p:cNvPr>
          <p:cNvSpPr txBox="1"/>
          <p:nvPr/>
        </p:nvSpPr>
        <p:spPr>
          <a:xfrm>
            <a:off x="1049695" y="4555094"/>
            <a:ext cx="853674" cy="27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</a:rPr>
              <a:t>Cell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2C6151-716E-213D-BDEB-81DA2E9EF09E}"/>
              </a:ext>
            </a:extLst>
          </p:cNvPr>
          <p:cNvSpPr/>
          <p:nvPr/>
        </p:nvSpPr>
        <p:spPr>
          <a:xfrm>
            <a:off x="3024135" y="4448178"/>
            <a:ext cx="749238" cy="7157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LSTM Cell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D0F6659-104B-E871-9938-9D87142115F2}"/>
              </a:ext>
            </a:extLst>
          </p:cNvPr>
          <p:cNvGrpSpPr/>
          <p:nvPr/>
        </p:nvGrpSpPr>
        <p:grpSpPr>
          <a:xfrm>
            <a:off x="3292066" y="5163889"/>
            <a:ext cx="184473" cy="451365"/>
            <a:chOff x="3946923" y="5229226"/>
            <a:chExt cx="184473" cy="451365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5D28F42-EE19-55E0-FC09-FCC19771B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5202" y="5229226"/>
              <a:ext cx="0" cy="26669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6B7C949-305B-3134-2E31-B3E672D1CF1E}"/>
                    </a:ext>
                  </a:extLst>
                </p:cNvPr>
                <p:cNvSpPr txBox="1"/>
                <p:nvPr/>
              </p:nvSpPr>
              <p:spPr>
                <a:xfrm>
                  <a:off x="3946923" y="5495925"/>
                  <a:ext cx="18447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6B7C949-305B-3134-2E31-B3E672D1C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6923" y="5495925"/>
                  <a:ext cx="184473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10000" r="-6667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88DE624A-DCEC-46C1-41CF-37045EEFD2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553" y="1056017"/>
            <a:ext cx="8554644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EED3103-1D74-4E1D-8A02-FA00F75E6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311" y="442762"/>
            <a:ext cx="4581299" cy="284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93CDC7-AFE2-5271-44C0-065691ABC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361" y="3571925"/>
            <a:ext cx="3583262" cy="24273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16F9F7-6D38-3146-4E71-F2940F783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62" y="941221"/>
            <a:ext cx="5060438" cy="468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3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215E2A-650B-0364-6942-DC5FD8D8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94" y="0"/>
            <a:ext cx="679541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A9B2A-003A-C2D0-9CEA-5FE488F3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677" y="2787856"/>
            <a:ext cx="8554644" cy="2314898"/>
          </a:xfrm>
          <a:prstGeom prst="rect">
            <a:avLst/>
          </a:prstGeom>
        </p:spPr>
      </p:pic>
      <p:pic>
        <p:nvPicPr>
          <p:cNvPr id="4" name="Picture 2" descr="Figure 2 from Study of normal and abnormal EEG | Semantic Scholar">
            <a:extLst>
              <a:ext uri="{FF2B5EF4-FFF2-40B4-BE49-F238E27FC236}">
                <a16:creationId xmlns:a16="http://schemas.microsoft.com/office/drawing/2014/main" id="{1FBAD366-8B80-99FF-A2CB-E433CE092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515" y="2885894"/>
            <a:ext cx="2213009" cy="180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895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36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Jimenez</dc:creator>
  <cp:lastModifiedBy>Luis Jimenez</cp:lastModifiedBy>
  <cp:revision>4</cp:revision>
  <dcterms:created xsi:type="dcterms:W3CDTF">2026-02-14T02:02:22Z</dcterms:created>
  <dcterms:modified xsi:type="dcterms:W3CDTF">2026-02-14T19:53:39Z</dcterms:modified>
</cp:coreProperties>
</file>